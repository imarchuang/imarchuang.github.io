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时间建议：3分钟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节奏安排：单课时建议：封面控制在3分钟内，尽快进入诊断。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预期学生回应：（3，5）；不会。；对应点到对称轴距离相等。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节奏安排：单课时中本页不要超过8分钟，讲完立即进入例题。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预期学生回应：学生能跟着说出关键步骤：向右平移表示横坐标都加 3。 / A' 为(5,2)，B' 为(7,2)，C' 为(6,4)。 / 纵坐标不变，因为没有上下移动。 ；最终答案应为：A'(5,2)，B'(7,2)，C'(6,4)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预期学生回应：P'(6,3)；看是否能沿某条直线重合。；按原图判断，方向变化但大小不变。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预期学生回应：终点是（4，4）。；学生能把应用题和本章核心模型对应起来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预期学生回应：学生能复述今天最重要的一句话；学生知道下节将进入《倍数与因数》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B62"/>
          </a:solidFill>
          <a:ln w="12700">
            <a:solidFill>
              <a:srgbClr val="204B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地图上的每一步，都能说清“从哪里到哪里，怎么动”。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建议用时：1课时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用数对描述位置，理解平移、旋转和简单对称的基本特征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13448" y="1389888"/>
            <a:ext cx="2980944" cy="2478024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904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148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636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4880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1463040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1463040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1929384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2395728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862072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328416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3794760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3794760"/>
            <a:ext cx="294436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3794760"/>
            <a:ext cx="0" cy="-24414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2108" y="302209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6988" y="302209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4548" y="208940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DDEF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204B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会用数对准确描述点的位置。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能判断图形平移前后形状大小不变。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能说清简单旋转和轴对称的关键特征。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点 A 在第 3 列第 5 行，可记作什么？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答案提示：（3，5）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平移后图形大小会变吗？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答案提示：不会。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轴对称图形两边有什么关系？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答案提示：对应点到对称轴距离相等。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21408" y="4636008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470916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94560" y="470916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512978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94560" y="555040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94560" y="59710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639165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94560" y="681228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4560" y="6812280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94560" y="6812280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64408" y="4846320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36008" y="6528816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DDEFF7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先定位，再描述运动：数对是地图坐标，运动是规则变化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25296" y="2057400"/>
            <a:ext cx="2980944" cy="2478024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844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088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332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1576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820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6064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33088" y="2130552"/>
            <a:ext cx="0" cy="23317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8448" y="2130552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98448" y="2596896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98448" y="3063240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98448" y="3529584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98448" y="3995928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98448" y="4462272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98448" y="4462272"/>
            <a:ext cx="294436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98448" y="4462272"/>
            <a:ext cx="0" cy="-24414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33956" y="368960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78836" y="368960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6396" y="2756916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数对通常先写横向位置，再写纵向位置。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平移只改变位置，不改变形状和大小。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旋转要说清中心、方向和角度；对称要找到对称轴。 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三角形顶点 A(2,2)、B(4,2)、C(3,4) 向右平移 3 格后，新位置是什么？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向右平移表示横坐标都加 3。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A' 为(5,2)，B' 为(7,2)，C' 为(6,4)。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纵坐标不变，因为没有上下移动。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答案：A'(5,2)，B'(7,2)，C'(6,4)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2002536"/>
            <a:ext cx="3209544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854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7908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8962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0016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070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21240" y="2075688"/>
            <a:ext cx="0" cy="265176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2075688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606040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3136392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3666744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4197096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4727448"/>
            <a:ext cx="30632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727448"/>
            <a:ext cx="317296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4727448"/>
            <a:ext cx="0" cy="-276148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50658" y="38587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71738" y="38587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61198" y="279806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2278" y="38587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03358" y="38587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92818" y="279806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80960" y="3813048"/>
            <a:ext cx="1463040" cy="0"/>
          </a:xfrm>
          <a:prstGeom prst="line">
            <a:avLst/>
          </a:prstGeom>
          <a:noFill/>
          <a:ln w="12700">
            <a:solidFill>
              <a:srgbClr val="F3B63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1：把数对顺序写反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修正：先横后纵，可用“先走列，再走行”提醒。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2：平移后图形会拉长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修正：平移不改变形状大小，只是整体搬家。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3：旋转只看终点，不看中心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修正：旋转必须围绕固定中心。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276856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912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484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056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628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00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772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34472" y="2350008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91272" y="235000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91272" y="27706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91272" y="319125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91272" y="361188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03250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91272" y="445312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91272" y="4453128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91272" y="4453128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61120" y="24871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2720" y="4169664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 P(6,1) 向上移 2 格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98448" y="3337560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41071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383133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25196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467258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09320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55138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5513832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5513832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41448" y="354787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13048" y="52303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答案提示：P'(6,3)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判断图形是否是轴对称图形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93208" y="3337560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235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79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523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956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66360" y="341071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66360" y="383133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6360" y="425196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66360" y="467258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66360" y="509320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66360" y="55138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66360" y="5513832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66360" y="5513832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36208" y="354787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07808" y="52303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答案提示：看是否能沿某条直线重合。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把小旗顺时针转 90° 后朝向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887968" y="3337560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611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183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755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327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7899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2471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704320" y="341071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341071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383133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425196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467258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509320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5138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5513832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61120" y="5513832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30968" y="354787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02568" y="523036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答案提示：按原图判断，方向变化但大小不变。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寻宝路线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从(1,2)出发，先向右4格，再向上2格，最后向左1格。终点坐标是多少？并说出路线。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参考答案：终点是（4，4）。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48856" y="2185416"/>
            <a:ext cx="2980944" cy="2386584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2200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9444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688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1176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420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56648" y="2258568"/>
            <a:ext cx="0" cy="224028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22008" y="2258568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22008" y="2706624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2008" y="3154680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22008" y="3602736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2008" y="4050792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22008" y="4498848"/>
            <a:ext cx="283464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22008" y="4498848"/>
            <a:ext cx="294436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22008" y="4498848"/>
            <a:ext cx="0" cy="-235000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5076" y="375361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74836" y="375361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74836" y="2857500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2396" y="2857500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我会正确读写数对。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我能描述平移、旋转和对称的核心特征。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我知道运动改变的是位置还是方向。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0568" y="2240280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25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897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46920" y="2313432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231343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03720" y="273405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03720" y="315468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03720" y="357530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03720" y="399592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441655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03720" y="4416552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03720" y="4416552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73568" y="2450592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45168" y="4133088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DEFF7">
              <a:alpha val="78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DEFF7">
              <a:alpha val="72000"/>
            </a:srgbClr>
          </a:solidFill>
          <a:ln w="12700">
            <a:solidFill>
              <a:srgbClr val="DDEF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在方格纸上设计一条 3 步路线，并写成数对变化。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 2 个生活中的轴对称图形并说明对称轴。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预习下节：想一想 12 的因数有哪些、24 是谁的倍数。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836408" y="3081528"/>
            <a:ext cx="2889504" cy="22494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239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811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383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955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52760" y="3154680"/>
            <a:ext cx="0" cy="210312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315468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3575304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3995928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4416552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09560" y="4837176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9560" y="5257800"/>
            <a:ext cx="2743200" cy="0"/>
          </a:xfrm>
          <a:prstGeom prst="line">
            <a:avLst/>
          </a:prstGeom>
          <a:noFill/>
          <a:ln w="12700">
            <a:solidFill>
              <a:srgbClr val="C7D7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5257800"/>
            <a:ext cx="2852928" cy="0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5257800"/>
            <a:ext cx="0" cy="-2212848"/>
          </a:xfrm>
          <a:prstGeom prst="line">
            <a:avLst/>
          </a:prstGeom>
          <a:noFill/>
          <a:ln w="12700">
            <a:solidFill>
              <a:srgbClr val="2D6A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79408" y="3291840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51008" y="4974336"/>
            <a:ext cx="146304" cy="14630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图形的位置与运动（一）</dc:title>
  <dc:subject>五年级数学 图形的位置与运动（一）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