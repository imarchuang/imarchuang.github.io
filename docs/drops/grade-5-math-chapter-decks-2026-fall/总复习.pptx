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节奏安排：双课时建议：封面到例题为第一课时，易错到作业为第二课时。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预期学生回应：2.35；一般规律是4a。；一样可能。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节奏安排：这是第一课时的核心页，可多停留1-2分钟确保算理或图形关系真的理解。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预期学生回应：学生能跟着说出关键步骤：先求面积：3.5×2.4=8.4 平方米。 / 再求总株数：8.4×4=33.6。 / 结合实际可说大约 33 或 34 株，提醒学生关注实际语境。 ；最终答案应为：约 33~34 株；按算式结果是 33.6 株。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预期学生回应：1.85；19；20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预期学生回应：开放任务，关键是能说清题目与方法的对应关系。；学生能把应用题和本章核心模型对应起来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预期学生回应：学生能复述今天最重要的一句话；学生知道下节将进入《错题整理与六年级衔接》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4353"/>
          </a:solidFill>
          <a:ln w="12700">
            <a:solidFill>
              <a:srgbClr val="2743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把零散题目连成完整地图，知道“这学期我到底会了什么”。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建议用时：2课时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串联本学期数与代数、图形与几何、统计与概率重点并查漏补缺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82880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9293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46304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5636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0665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018520" y="160020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18520" y="17007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315468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32552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78240" y="338328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34838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287000" y="297180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00" y="30723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521440" y="329184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21440" y="33924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2057400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1874520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3337560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38360" y="3474720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98280" y="2194560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E2EE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E2EE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E2EE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E2EE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E2EE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E2EE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E2EE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E2EE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365B73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27435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2EEF4">
              <a:alpha val="78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2EEF4">
              <a:alpha val="72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能回顾并说出各单元的核心方法。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能在综合题中选择合适的知识工具。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能根据错因分类制定复习重点。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0.75+1.6 结果是多少？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答案提示：2.35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边长 6 的正方形周长可用字母式子写成什么规律？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答案提示：一般规律是4a。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袋里 2 红 2 蓝，摸到红球和蓝球谁更可能？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答案提示：一样可能。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56232" y="489204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56232" y="49926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73552" y="452628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6268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36592" y="502920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51297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08192" y="466344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08192" y="4764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359152" y="621792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59152" y="63185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67912" y="644652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67912" y="65471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376672" y="603504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76672" y="61356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11112" y="635508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11112" y="64556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862072" y="5120640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25112" y="4937760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0632" y="6400800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28032" y="6537960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87952" y="5257800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365B73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2EEF4">
              <a:alpha val="78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2EEF4">
              <a:alpha val="72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总复习不是重做全部题，而是按“方法地图”整理知识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" y="249631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95728" y="213055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95728" y="22311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58768" y="263347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58768" y="27340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30368" y="226771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23682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481328" y="38221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81328" y="39227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90088" y="40507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0088" y="41513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98848" y="363931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3739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33288" y="395935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33288" y="40599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984248" y="2724912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47288" y="2542032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4005072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50208" y="4142232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10128" y="2862072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数与代数：先理解意义，再看运算顺序与估算。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图形与几何：先找对应关系，再转化图形。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概率与综合：先判断模型，再解释理由。 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2EEF4">
              <a:alpha val="78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2EEF4">
              <a:alpha val="72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一块长方形菜地长 3.5 m、宽 2.4 m，每平方米种 4 株菜，一共能种多少株？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先求面积：3.5×2.4=8.4 平方米。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再求总株数：8.4×4=33.6。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结合实际可说大约 33 或 34 株，提醒学生关注实际语境。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答案：约 33~34 株；按算式结果是 33.6 株。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0880" y="2322576"/>
            <a:ext cx="2377440" cy="1600200"/>
          </a:xfrm>
          <a:prstGeom prst="rect">
            <a:avLst/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2578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× 2.4 = 8.4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543800" y="3017520"/>
            <a:ext cx="1325880" cy="402336"/>
          </a:xfrm>
          <a:prstGeom prst="chevron">
            <a:avLst/>
          </a:prstGeom>
          <a:solidFill>
            <a:srgbClr val="365B73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74152" y="311810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08392" y="3584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2EEF4">
              <a:alpha val="78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2EEF4">
              <a:alpha val="72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1：综合题一上来就算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修正：先判断属于哪个单元的方法，再列式。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2：面积题忘了单位，概率题忘了比较总数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修正：不同模块有不同检查点。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3：复习只看错题答案，不看错因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修正：要按“审题、算理、书写、单位”分类整理。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52944" y="253288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26334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70264" y="216712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70264" y="22677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433304" y="267004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33304" y="27706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804904" y="230428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04904" y="24048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055864" y="385876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55864" y="39593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64624" y="408736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64624" y="41879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1073384" y="367588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073384" y="37764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2307824" y="399592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07824" y="4096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558784" y="2761488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21824" y="2578608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67344" y="4041648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24744" y="4178808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84664" y="2898648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2EEF4">
              <a:alpha val="78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2EEF4">
              <a:alpha val="72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2.8−0.95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33272" y="35935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36941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50592" y="322783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33284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13632" y="373075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13632" y="38313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285232" y="33649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34655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536192" y="491947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36192" y="50200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44952" y="514807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44952" y="5248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53712" y="47365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53712" y="48371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88152" y="505663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88152" y="5157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039112" y="3822192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02152" y="3639312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47672" y="5102352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05072" y="5239512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64992" y="3959352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答案提示：1.85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 a=7 时，2a+5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828032" y="35935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36941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45352" y="322783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45352" y="33284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708392" y="373075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08392" y="38313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079992" y="33649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9992" y="34655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330952" y="491947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30952" y="50200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39712" y="514807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39712" y="5248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348472" y="47365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48472" y="48371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582912" y="505663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82912" y="5157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833872" y="3822192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96912" y="3639312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42432" y="5102352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99832" y="5239512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59752" y="3959352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答案提示：19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 10、高 4 的三角形面积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622792" y="35935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622792" y="36941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0040112" y="322783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40112" y="33284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11503152" y="373075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503152" y="38313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2874752" y="33649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874752" y="34655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125712" y="491947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125712" y="50200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0634472" y="514807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634472" y="5248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12143232" y="47365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2143232" y="48371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13377672" y="505663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3377672" y="5157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9628632" y="3822192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091672" y="3639312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37192" y="5102352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594592" y="5239512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954512" y="3959352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答案提示：20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2EEF4">
              <a:alpha val="78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2EEF4">
              <a:alpha val="72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学期闯关任务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设计一份“数学 expedition 打卡单”：至少包含小数、图形、可能性各 1 个问题，并说明每题考查的核心方法。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参考答案：开放任务，关键是能说清题目与方法的对应关系。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253288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26334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92440" y="216712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22677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555480" y="267004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55480" y="27706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927080" y="230428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27080" y="24048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78040" y="385876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9593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86800" y="408736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41879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195560" y="367588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95560" y="37764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1430000" y="3995928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30000" y="4096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80960" y="2761488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0" y="2578608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89520" y="4041648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46920" y="4178808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06840" y="2898648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2EEF4">
              <a:alpha val="78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2EEF4">
              <a:alpha val="72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我能说出每个单元至少一个核心模型。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我能在综合题中先判断方法，再计算。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我知道自己最需要补哪一类错误。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249631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955280" y="213055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22311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418320" y="263347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27340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789920" y="226771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789920" y="23682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040880" y="38221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39227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49640" y="40507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49640" y="41513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058400" y="363931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0" y="3739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1292840" y="395935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292840" y="40599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543800" y="2724912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06840" y="2542032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52360" y="4005072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09760" y="4142232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69680" y="2862072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2EEF4">
              <a:alpha val="78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2EEF4">
              <a:alpha val="72000"/>
            </a:srgbClr>
          </a:solidFill>
          <a:ln w="12700">
            <a:solidFill>
              <a:srgbClr val="E2EE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整理本学期 5 道错题，按错因分类。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1 张自拟复习清单：会、半会、不会。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下阶段进入错题整理与六年级衔接预习。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错题整理与六年级衔接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571232" y="333756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71232" y="34381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988552" y="297180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88552" y="30723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451592" y="347472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51592" y="35753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1823192" y="310896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23192" y="32095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74152" y="466344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74152" y="4764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582912" y="489204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82912" y="49926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1091672" y="448056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365B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91672" y="45811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2326112" y="480060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BE6BF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326112" y="49011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577072" y="3566160"/>
            <a:ext cx="91440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40112" y="3383280"/>
            <a:ext cx="868680" cy="109728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85632" y="4846320"/>
            <a:ext cx="1051560" cy="73152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43032" y="4983480"/>
            <a:ext cx="1005840" cy="-18288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02952" y="3703320"/>
            <a:ext cx="0" cy="1051560"/>
          </a:xfrm>
          <a:prstGeom prst="line">
            <a:avLst/>
          </a:prstGeom>
          <a:noFill/>
          <a:ln w="12700">
            <a:solidFill>
              <a:srgbClr val="A8BA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E2EEF4"/>
          </a:solidFill>
          <a:ln w="12700">
            <a:solidFill>
              <a:srgbClr val="E2EE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65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总复习</dc:title>
  <dc:subject>五年级数学 总复习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