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节奏安排：双课时建议：封面到例题为第一课时，易错到作业为第二课时。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预期学生回应：4个十分之一。；相等，因为都表示2个整体和5个十分之一。；更接近8，也可先判断不可能接近9。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节奏安排：这是第一课时的核心页，可多停留1-2分钟确保算理或图形关系真的理解。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预期学生回应：学生能跟着说出关键步骤：把 12.8 写成 12.80，方便和 3.45 对齐。 / 按位相加：个位、十分位、百分位分别计算。 / 结果 16.25 元，再用估算 13 + 3.5≈16.5 检查是否合理。 ；最终答案应为：16.25元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预期学生回应：7.05；7.22；从左到右依次为1.3、1.35、1.5。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预期学生回应：够，用去 28.85 元，还剩 1.15 元。；学生能把应用题和本章核心模型对应起来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预期学生回应：学生能复述今天最重要的一句话；学生知道下节将进入《三角形的再认识》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沿着数位地图，把“看见的小数”变成“会解释、会运算的小数”。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建议用时：2课时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理解小数位值、数线表示和小数点对齐的加减算理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4389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280160"/>
            <a:ext cx="146304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344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1645920"/>
            <a:ext cx="1463040" cy="68580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773936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21040" y="1280160"/>
            <a:ext cx="146304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344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21040" y="1645920"/>
            <a:ext cx="1463040" cy="68580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773936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784080" y="1280160"/>
            <a:ext cx="146304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344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84080" y="1645920"/>
            <a:ext cx="1463040" cy="68580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1773936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03720" y="2697480"/>
            <a:ext cx="429768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26243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25996" y="245973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84264" y="28072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78140" y="26243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0416" y="245973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8684" y="28072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52560" y="26243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74836" y="2459736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33104" y="28072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26980" y="26243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49256" y="2459736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07524" y="28072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201400" y="26243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23676" y="245973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81944" y="28072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CEBFA">
              <a:alpha val="78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CEBFA">
              <a:alpha val="72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能说出十分位、百分位分别表示的意义。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能借助数位表和数线解释 2.4 与 2.40 表示同一个数。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会把小数点对齐，完成小数加减并用估算检查答案。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在 3.47 中，4 表示什么？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答案提示：4个十分之一。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2.5 和 2.50 相等吗？为什么？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答案提示：相等，因为都表示2个整体和5个十分之一。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估一估：6.2 + 1.89 的结果更接近 7 还是 9？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答案提示：更接近8，也可先判断不可能接近9。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11680" y="461772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0" y="4617720"/>
            <a:ext cx="73152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46817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个位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011680" y="4983480"/>
            <a:ext cx="73152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51114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2743200" y="4617720"/>
            <a:ext cx="73152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0" y="46817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十分位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743200" y="4983480"/>
            <a:ext cx="73152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0" y="51114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3474720" y="4617720"/>
            <a:ext cx="73152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0" y="46817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474720" y="4983480"/>
            <a:ext cx="73152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51114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2011680" y="6080760"/>
            <a:ext cx="219456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11680" y="600760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33956" y="5843016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92224" y="61904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43200" y="600760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5476" y="5843016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23744" y="61904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74720" y="600760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96996" y="584301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55264" y="61904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206240" y="600760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28516" y="5843016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86784" y="61904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DCEBFA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CEBFA">
              <a:alpha val="78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CEBFA">
              <a:alpha val="72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用“数位表 + 数线”一起理解小数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" y="1947672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9848" y="1947672"/>
            <a:ext cx="161544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2011680"/>
            <a:ext cx="161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69848" y="2313432"/>
            <a:ext cx="1615440" cy="68580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2441448"/>
            <a:ext cx="1615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685288" y="1947672"/>
            <a:ext cx="161544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5288" y="2011680"/>
            <a:ext cx="161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十分位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685288" y="2313432"/>
            <a:ext cx="1615440" cy="68580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85288" y="2441448"/>
            <a:ext cx="1615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300728" y="1947672"/>
            <a:ext cx="161544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0728" y="2011680"/>
            <a:ext cx="161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00728" y="2313432"/>
            <a:ext cx="1615440" cy="68580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00728" y="2441448"/>
            <a:ext cx="1615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115568" y="3364992"/>
            <a:ext cx="475488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5568" y="329184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7844" y="312724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34747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04288" y="329184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6564" y="312724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84832" y="34747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93008" y="329184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15284" y="312724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73552" y="34747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81728" y="329184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04004" y="312724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62272" y="34747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70448" y="329184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92724" y="312724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34747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整数向右扩展到十分位、百分位后，单位越来越小。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小数末尾添 0 或去 0，大小不变，但位值解释必须说清楚。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做加减时先把相同单位对齐，再计算。 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CEBFA">
              <a:alpha val="78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CEBFA">
              <a:alpha val="72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文具盒彩带共花 12.8 元和 3.45 元，一共多少元？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12.8 写成 12.80，方便和 3.45 对齐。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按位相加：个位、十分位、百分位分别计算。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 16.25 元，再用估算 13 + 3.5≈16.5 检查是否合理。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答案：16.25元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0" y="2029968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23500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12.80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269480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+ 3.45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7269480" y="3200400"/>
            <a:ext cx="1627632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2360" y="3383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16.25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543800" y="37856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小数点对齐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20840" y="4498848"/>
            <a:ext cx="443484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0840" y="4425696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43116" y="426110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01384" y="46085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607808" y="4425696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30084" y="426110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88352" y="46085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494776" y="4425696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17052" y="426110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46085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381744" y="4425696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04020" y="426110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62288" y="46085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268712" y="4425696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90988" y="4261104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49256" y="46085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155680" y="4425696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077956" y="426110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936224" y="46085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CEBFA">
              <a:alpha val="78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CEBFA">
              <a:alpha val="72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1：把末位对齐计算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修正：要对齐小数点，本质是对齐相同单位。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2：2.4 比 2.35 小，因为 4&lt;35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修正：先比较整数部分，再比较十分位、百分位。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3：12.8−3.45 直接写成 9.35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修正：先补成 12.80，再按位退位。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2075688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65592" y="23957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982712" y="28620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3.45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7982712" y="3246120"/>
            <a:ext cx="1627632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5592" y="3429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257032" y="38313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小数点对齐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16952" y="435254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错因：末位对齐了，单位没对齐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CEBFA">
              <a:alpha val="78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CEBFA">
              <a:alpha val="72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 + 2.35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88720" y="3319272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18872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01168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十分位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01168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83464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83464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1188720" y="4782312"/>
            <a:ext cx="246888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8872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099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1168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3395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9222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3464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56916" y="45445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1518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7987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3814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答案提示：7.05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9.02 - 1.8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983480" y="3319272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8348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8348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个位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98348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8348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580644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0644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十分位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80644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0644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69" name="Shape 67"/>
          <p:cNvSpPr/>
          <p:nvPr/>
        </p:nvSpPr>
        <p:spPr>
          <a:xfrm>
            <a:off x="662940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62940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2940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4983480" y="4782312"/>
            <a:ext cx="246888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8348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0575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6402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80644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2871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8698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62940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51676" y="45445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994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45236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7463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3290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答案提示：7.22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在数线上标出 1.3、1.35、1.5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8778240" y="3319272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7824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77824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个位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877824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77824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6" name="Shape 94"/>
          <p:cNvSpPr/>
          <p:nvPr/>
        </p:nvSpPr>
        <p:spPr>
          <a:xfrm>
            <a:off x="960120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60120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十分位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960120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60120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00" name="Shape 98"/>
          <p:cNvSpPr/>
          <p:nvPr/>
        </p:nvSpPr>
        <p:spPr>
          <a:xfrm>
            <a:off x="10424160" y="3319272"/>
            <a:ext cx="8229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424160" y="3383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10424160" y="3685032"/>
            <a:ext cx="8229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424160" y="3813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04" name="Shape 102"/>
          <p:cNvSpPr/>
          <p:nvPr/>
        </p:nvSpPr>
        <p:spPr>
          <a:xfrm>
            <a:off x="8778240" y="4782312"/>
            <a:ext cx="246888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77824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70051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55878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960120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52347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38174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1042416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346436" y="45445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20470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11247120" y="470916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169396" y="454456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027664" y="48920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答案提示：从左到右依次为1.3、1.35、1.5。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CEBFA">
              <a:alpha val="78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CEBFA">
              <a:alpha val="72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购物找零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牛奶 8.6 元，面包 7.85 元，苹果 12.4 元。用 30 元够吗？若够，还剩多少？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参考答案：够，用去 28.85 元，还剩 1.15 元。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22008" y="2029968"/>
            <a:ext cx="2468880" cy="2697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牛奶 8.60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68896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面包 7.85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68896" y="32552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苹果 12.40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68896" y="37673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 28.85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132320" y="3840480"/>
            <a:ext cx="1993392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CEBFA">
              <a:alpha val="78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CEBFA">
              <a:alpha val="72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我能解释 0.1、0.01 各表示什么。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我知道小数加减前为什么要对齐小数点。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我会用估算判断结果是否合理。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2221992"/>
            <a:ext cx="4297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2221992"/>
            <a:ext cx="14325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2286000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个位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720840" y="2587752"/>
            <a:ext cx="14325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2715768"/>
            <a:ext cx="143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8153400" y="2221992"/>
            <a:ext cx="14325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53400" y="2286000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十分位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153400" y="2587752"/>
            <a:ext cx="14325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53400" y="2715768"/>
            <a:ext cx="143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9585960" y="2221992"/>
            <a:ext cx="143256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85960" y="2286000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585960" y="2587752"/>
            <a:ext cx="143256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85960" y="2715768"/>
            <a:ext cx="143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6720840" y="3685032"/>
            <a:ext cx="429768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20840" y="361188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43116" y="344728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01384" y="37947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153400" y="361188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75676" y="344728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33944" y="37947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585960" y="361188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08236" y="34472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66504" y="37947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018520" y="3611880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40796" y="3447288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799064" y="37947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DCEBFA">
              <a:alpha val="78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DCEBFA">
              <a:alpha val="72000"/>
            </a:srgbClr>
          </a:solidFill>
          <a:ln w="12700">
            <a:solidFill>
              <a:srgbClr val="DCE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小数的再认识和加减法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3 题小数加减竖式，并在旁边写一句估算检查。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2.5、2.05、2.50 画在同一条数线上并说明大小规律。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预习下节：观察生活中的三角形，至少拍/画 3 个例子。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726680" y="306324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26680" y="3063240"/>
            <a:ext cx="106680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6680" y="3127248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个位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726680" y="3429000"/>
            <a:ext cx="106680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3557016"/>
            <a:ext cx="106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8793480" y="3063240"/>
            <a:ext cx="106680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93480" y="3127248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十分位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793480" y="3429000"/>
            <a:ext cx="106680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93480" y="3557016"/>
            <a:ext cx="106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9860280" y="3063240"/>
            <a:ext cx="1066800" cy="3657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60280" y="3127248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860280" y="3429000"/>
            <a:ext cx="1066800" cy="548640"/>
          </a:xfrm>
          <a:prstGeom prst="rect">
            <a:avLst/>
          </a:prstGeom>
          <a:solidFill>
            <a:srgbClr val="DCEBFA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60280" y="3557016"/>
            <a:ext cx="106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7726680" y="4526280"/>
            <a:ext cx="3200400" cy="0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26680" y="44531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48956" y="4288536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07224" y="46360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793480" y="44531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15756" y="4288536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74024" y="46360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860280" y="44531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82556" y="428853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40824" y="46360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927080" y="4453128"/>
            <a:ext cx="0" cy="146304"/>
          </a:xfrm>
          <a:prstGeom prst="line">
            <a:avLst/>
          </a:prstGeom>
          <a:noFill/>
          <a:ln w="12700">
            <a:solidFill>
              <a:srgbClr val="2E5B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849356" y="4288536"/>
            <a:ext cx="155448" cy="15544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07624" y="46360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E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小数的再认识和加减法</dc:title>
  <dc:subject>五年级数学 小数的再认识和加减法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